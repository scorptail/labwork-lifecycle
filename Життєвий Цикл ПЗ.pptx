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embeddedFontLst>
    <p:embeddedFont>
      <p:font typeface="Arimo" charset="1" panose="020B06040202020202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45821" y="1579962"/>
            <a:ext cx="11670417" cy="5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Сист</a:t>
            </a: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ема контролю прострочених бібліотечних видань.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31106" y="3389585"/>
            <a:ext cx="9545479" cy="5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Виконавець: Данчевський Владислав Олегович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6893" y="5845308"/>
            <a:ext cx="15496697" cy="2399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Опис: Програма призначена для контролю видачі бібліотечних видань та відстеження книг, термін повернення яких був порушений. Система дозволяє бібліотекарю зберігати інформацію про книги, читачів, видачу видань та автоматично визначати прострочені повернення.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48362" y="4186440"/>
            <a:ext cx="9843863" cy="2342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17"/>
              </a:lnSpc>
              <a:spcBef>
                <a:spcPct val="0"/>
              </a:spcBef>
            </a:pPr>
            <a:r>
              <a:rPr lang="en-US" sz="265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Бібліотеки часто мають проблему з контролем термінів повернення видань. Через велику кількість книг та читачів бібліотекарю складно вручну відстежувати, які книги прострочені, хто їх не повернув вчасно та скільки часу триває затримка.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62075" y="1523392"/>
            <a:ext cx="7825110" cy="710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87"/>
              </a:lnSpc>
              <a:spcBef>
                <a:spcPct val="0"/>
              </a:spcBef>
            </a:pPr>
            <a:r>
              <a:rPr lang="en-US" sz="406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Яку проблему вирішує продукт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DAHWMbbonBU</dc:identifier>
  <dcterms:modified xsi:type="dcterms:W3CDTF">2011-08-01T06:04:30Z</dcterms:modified>
  <cp:revision>1</cp:revision>
  <dc:title>Життєвий Цикл ПЗ</dc:title>
</cp:coreProperties>
</file>